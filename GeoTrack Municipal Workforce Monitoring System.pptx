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7EBD24-2917-42A5-88D9-F4F2624F7036}" v="1" dt="2026-03-24T08:46:33.1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131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88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972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6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111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806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01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68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447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214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36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671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564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204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989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4407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82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69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57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158"/>
            <a:ext cx="5917679" cy="2550877"/>
          </a:xfrm>
        </p:spPr>
        <p:txBody>
          <a:bodyPr/>
          <a:lstStyle/>
          <a:p>
            <a:r>
              <a:rPr sz="4000" dirty="0" err="1"/>
              <a:t>GeoTrack</a:t>
            </a:r>
            <a:r>
              <a:rPr sz="4000" dirty="0"/>
              <a:t> Municipal Workforce Monitoring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2758799"/>
            <a:ext cx="7768602" cy="670201"/>
          </a:xfrm>
        </p:spPr>
        <p:txBody>
          <a:bodyPr>
            <a:noAutofit/>
          </a:bodyPr>
          <a:lstStyle/>
          <a:p>
            <a:r>
              <a:rPr dirty="0"/>
              <a:t>Transparent Workforce Monitoring for Smarter Cities</a:t>
            </a:r>
          </a:p>
          <a:p>
            <a:r>
              <a:rPr dirty="0"/>
              <a:t>Problem: GPS-Based Attendance and Municipal Works</a:t>
            </a:r>
            <a:endParaRPr lang="en-IN" dirty="0"/>
          </a:p>
          <a:p>
            <a:r>
              <a:rPr dirty="0"/>
              <a:t>Category: Software</a:t>
            </a:r>
          </a:p>
          <a:p>
            <a:r>
              <a:rPr dirty="0"/>
              <a:t>Team Name:</a:t>
            </a:r>
            <a:r>
              <a:rPr lang="en-IN" dirty="0"/>
              <a:t> </a:t>
            </a:r>
            <a:r>
              <a:rPr lang="en-IN" sz="2400" b="1" dirty="0"/>
              <a:t>Fight club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199"/>
            <a:ext cx="6345260" cy="3532039"/>
          </a:xfrm>
        </p:spPr>
        <p:txBody>
          <a:bodyPr>
            <a:normAutofit/>
          </a:bodyPr>
          <a:lstStyle/>
          <a:p>
            <a:r>
              <a:rPr sz="2400" dirty="0"/>
              <a:t>- Fake or proxy attendance of workers</a:t>
            </a:r>
          </a:p>
          <a:p>
            <a:r>
              <a:rPr sz="2400" dirty="0"/>
              <a:t>- Lack of monitoring for field staff</a:t>
            </a:r>
          </a:p>
          <a:p>
            <a:r>
              <a:rPr sz="2400" dirty="0"/>
              <a:t>- Inefficient waste collection tracking</a:t>
            </a:r>
          </a:p>
          <a:p>
            <a:r>
              <a:rPr sz="2400" dirty="0"/>
              <a:t>- Manual attendance records</a:t>
            </a:r>
          </a:p>
          <a:p>
            <a:r>
              <a:rPr sz="2400" dirty="0"/>
              <a:t>- Lack of transparency in municipal </a:t>
            </a:r>
            <a:r>
              <a:rPr lang="en-IN" sz="2400" dirty="0"/>
              <a:t>                      </a:t>
            </a:r>
            <a:r>
              <a:rPr sz="2400" dirty="0"/>
              <a:t>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2400" b="1" dirty="0" err="1"/>
              <a:t>GeoTrack</a:t>
            </a:r>
            <a:r>
              <a:rPr sz="2400" b="1" dirty="0"/>
              <a:t>: GPS-enabled workforce monitoring system</a:t>
            </a:r>
          </a:p>
          <a:p>
            <a:r>
              <a:rPr sz="2400" dirty="0"/>
              <a:t>- GPS-based attendance with geofencing</a:t>
            </a:r>
          </a:p>
          <a:p>
            <a:r>
              <a:rPr sz="2400" dirty="0"/>
              <a:t>- Selfie and location verification</a:t>
            </a:r>
          </a:p>
          <a:p>
            <a:r>
              <a:rPr sz="2400" dirty="0"/>
              <a:t>- Real-time route tracking</a:t>
            </a:r>
          </a:p>
          <a:p>
            <a:r>
              <a:rPr sz="2400" dirty="0"/>
              <a:t>- Task assignment with photo proof</a:t>
            </a:r>
            <a:endParaRPr lang="en-IN" sz="2400" dirty="0"/>
          </a:p>
          <a:p>
            <a:r>
              <a:rPr lang="en-IN" sz="2400" dirty="0"/>
              <a:t>- Citizen Complaint Integration</a:t>
            </a:r>
          </a:p>
          <a:p>
            <a:r>
              <a:rPr lang="en-IN" sz="2400" dirty="0"/>
              <a:t>- Service Level Agreement Tracker</a:t>
            </a:r>
            <a:endParaRPr sz="2400" dirty="0"/>
          </a:p>
          <a:p>
            <a:r>
              <a:rPr sz="2400" dirty="0"/>
              <a:t>- Centralized admin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Mobile App: Flutter</a:t>
            </a:r>
            <a:r>
              <a:rPr lang="en-IN" dirty="0"/>
              <a:t>, Android Studio</a:t>
            </a:r>
          </a:p>
          <a:p>
            <a:r>
              <a:rPr lang="en-IN" dirty="0"/>
              <a:t>Frontend: </a:t>
            </a:r>
            <a:r>
              <a:rPr lang="en-IN" dirty="0" err="1"/>
              <a:t>Javascript</a:t>
            </a:r>
            <a:r>
              <a:rPr lang="en-IN" dirty="0"/>
              <a:t> + HTML + CSS</a:t>
            </a:r>
            <a:endParaRPr dirty="0"/>
          </a:p>
          <a:p>
            <a:r>
              <a:rPr dirty="0"/>
              <a:t>Backend: Node.js</a:t>
            </a:r>
            <a:r>
              <a:rPr lang="en-IN" dirty="0"/>
              <a:t>, Postman</a:t>
            </a:r>
          </a:p>
          <a:p>
            <a:r>
              <a:rPr dirty="0"/>
              <a:t>Database:</a:t>
            </a:r>
            <a:r>
              <a:rPr lang="en-IN" dirty="0"/>
              <a:t> Mongo DB</a:t>
            </a:r>
            <a:endParaRPr dirty="0"/>
          </a:p>
          <a:p>
            <a:r>
              <a:rPr dirty="0"/>
              <a:t>Maps: Google Maps </a:t>
            </a:r>
            <a:endParaRPr lang="en-IN" dirty="0"/>
          </a:p>
          <a:p>
            <a:r>
              <a:rPr dirty="0"/>
              <a:t>Workflow: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Login → Geofence → Verify → Assign Task → Complete Task →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268747"/>
            <a:ext cx="6345260" cy="43822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Feasibility:</a:t>
            </a:r>
          </a:p>
          <a:p>
            <a:r>
              <a:rPr dirty="0"/>
              <a:t>- Smartphones available</a:t>
            </a:r>
          </a:p>
          <a:p>
            <a:r>
              <a:rPr dirty="0"/>
              <a:t>- GPS widely used</a:t>
            </a:r>
          </a:p>
          <a:p>
            <a:pPr marL="0" indent="0">
              <a:buNone/>
            </a:pPr>
            <a:r>
              <a:rPr b="1" dirty="0"/>
              <a:t>Challenges:</a:t>
            </a:r>
          </a:p>
          <a:p>
            <a:r>
              <a:rPr dirty="0"/>
              <a:t>- Internet issues</a:t>
            </a:r>
          </a:p>
          <a:p>
            <a:r>
              <a:rPr dirty="0"/>
              <a:t>- Battery usage</a:t>
            </a:r>
          </a:p>
          <a:p>
            <a:r>
              <a:rPr dirty="0"/>
              <a:t>- Worker training</a:t>
            </a:r>
          </a:p>
          <a:p>
            <a:pPr marL="0" indent="0">
              <a:buNone/>
            </a:pPr>
            <a:r>
              <a:rPr b="1" dirty="0"/>
              <a:t>Solutions:</a:t>
            </a:r>
          </a:p>
          <a:p>
            <a:r>
              <a:rPr dirty="0"/>
              <a:t>- Optimized GPS</a:t>
            </a:r>
          </a:p>
          <a:p>
            <a:r>
              <a:rPr dirty="0"/>
              <a:t>- Training programs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- Reduces fake attendance</a:t>
            </a:r>
          </a:p>
          <a:p>
            <a:r>
              <a:rPr dirty="0"/>
              <a:t>- Improves waste management</a:t>
            </a:r>
          </a:p>
          <a:p>
            <a:r>
              <a:rPr dirty="0"/>
              <a:t>- Data-driven governance</a:t>
            </a:r>
          </a:p>
          <a:p>
            <a:r>
              <a:rPr dirty="0"/>
              <a:t>- Increases accountability</a:t>
            </a:r>
          </a:p>
          <a:p>
            <a:r>
              <a:rPr dirty="0"/>
              <a:t>- Improves citizen satisfaction</a:t>
            </a:r>
          </a:p>
          <a:p>
            <a:endParaRPr dirty="0"/>
          </a:p>
          <a:p>
            <a:r>
              <a:rPr lang="en-IN" b="1" dirty="0"/>
              <a:t> </a:t>
            </a:r>
            <a:r>
              <a:rPr b="1" dirty="0"/>
              <a:t>SDG 11</a:t>
            </a:r>
            <a:r>
              <a:rPr lang="en-IN" sz="1600" dirty="0"/>
              <a:t>(Sustainable Cities and Communities)</a:t>
            </a:r>
            <a:endParaRPr lang="en-IN" dirty="0"/>
          </a:p>
          <a:p>
            <a:r>
              <a:rPr dirty="0"/>
              <a:t> </a:t>
            </a:r>
            <a:r>
              <a:rPr b="1" dirty="0"/>
              <a:t>SDG 6</a:t>
            </a:r>
            <a:r>
              <a:rPr lang="en-IN" sz="1600" dirty="0"/>
              <a:t>(Clean Water Sanitation)</a:t>
            </a:r>
            <a:endParaRPr lang="en-IN" dirty="0"/>
          </a:p>
          <a:p>
            <a:r>
              <a:rPr dirty="0"/>
              <a:t> </a:t>
            </a:r>
            <a:r>
              <a:rPr b="1" dirty="0"/>
              <a:t>SDG 12</a:t>
            </a:r>
            <a:r>
              <a:rPr lang="en-IN" sz="1600" dirty="0"/>
              <a:t>(Responsible Consumption and Production)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Hackthon</Template>
  <TotalTime>45</TotalTime>
  <Words>224</Words>
  <Application>Microsoft Office PowerPoint</Application>
  <PresentationFormat>On-screen Show (4:3)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GeoTrack Municipal Workforce Monitoring System</vt:lpstr>
      <vt:lpstr>Problem Statement</vt:lpstr>
      <vt:lpstr>Proposed Solution</vt:lpstr>
      <vt:lpstr>Technical Approach</vt:lpstr>
      <vt:lpstr>Feasibility &amp; Challenges</vt:lpstr>
      <vt:lpstr>Impact &amp; Benefits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Nishant Parab</dc:creator>
  <cp:keywords/>
  <dc:description>generated using python-pptx</dc:description>
  <cp:lastModifiedBy>Nishant Parab</cp:lastModifiedBy>
  <cp:revision>1</cp:revision>
  <cp:lastPrinted>2026-03-24T09:29:32Z</cp:lastPrinted>
  <dcterms:created xsi:type="dcterms:W3CDTF">2026-03-24T08:44:16Z</dcterms:created>
  <dcterms:modified xsi:type="dcterms:W3CDTF">2026-03-24T09:31:45Z</dcterms:modified>
  <cp:category/>
</cp:coreProperties>
</file>